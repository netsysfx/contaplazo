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1546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0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7054" y="1234440"/>
            <a:ext cx="3719146" cy="210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 err="1"/>
              <a:t>ContaPlazo</a:t>
            </a:r>
            <a:endParaRPr dirty="0"/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de </a:t>
            </a:r>
            <a:r>
              <a:rPr dirty="0" err="1"/>
              <a:t>obligaciones</a:t>
            </a:r>
            <a:r>
              <a:rPr dirty="0"/>
              <a:t> </a:t>
            </a:r>
            <a:r>
              <a:rPr dirty="0" err="1"/>
              <a:t>tributarias</a:t>
            </a:r>
            <a:endParaRPr dirty="0"/>
          </a:p>
          <a:p>
            <a:pPr>
              <a:spcBef>
                <a:spcPts val="1800"/>
              </a:spcBef>
              <a:defRPr sz="1400">
                <a:solidFill>
                  <a:srgbClr val="CDEBE5"/>
                </a:solidFill>
              </a:defRPr>
            </a:pP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móvil</a:t>
            </a:r>
            <a:r>
              <a:rPr dirty="0"/>
              <a:t> para Android</a:t>
            </a:r>
          </a:p>
          <a:p>
            <a:pPr>
              <a:spcBef>
                <a:spcPts val="500"/>
              </a:spcBef>
              <a:defRPr sz="1200">
                <a:solidFill>
                  <a:srgbClr val="CDEBE5"/>
                </a:solidFill>
              </a:defRPr>
            </a:pPr>
            <a:r>
              <a:rPr dirty="0"/>
              <a:t>Presentación del </a:t>
            </a:r>
            <a:r>
              <a:rPr dirty="0" err="1"/>
              <a:t>proyecto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663440" y="594360"/>
            <a:ext cx="6995160" cy="566928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765"/>
                </a:solidFill>
              </a:defRPr>
            </a:pPr>
            <a:r>
              <a:t>1/6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B51F94-93D5-DAF7-AB16-C88CAB4B6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1" y="516348"/>
            <a:ext cx="6995160" cy="59576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25"/>
                </a:solidFill>
              </a:defRPr>
            </a:pPr>
            <a:r>
              <a:t>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765"/>
                </a:solidFill>
              </a:defRPr>
            </a:pPr>
            <a:r>
              <a:t>Una herramienta pensada para organizar el trabajo tributario desde el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725"/>
                </a:solidFill>
              </a:defRPr>
            </a:pPr>
            <a:r>
              <a:t>• Centralizar la información de clientes y sus obligaciones tributarias.</a:t>
            </a:r>
          </a:p>
          <a:p>
            <a:pPr>
              <a:spcAft>
                <a:spcPts val="1200"/>
              </a:spcAft>
              <a:defRPr sz="1700">
                <a:solidFill>
                  <a:srgbClr val="1E2725"/>
                </a:solidFill>
              </a:defRPr>
            </a:pPr>
            <a:r>
              <a:t>• Controlar fechas de presentación y próximos vencimientos.</a:t>
            </a:r>
          </a:p>
          <a:p>
            <a:pPr>
              <a:spcAft>
                <a:spcPts val="1200"/>
              </a:spcAft>
              <a:defRPr sz="1700">
                <a:solidFill>
                  <a:srgbClr val="1E2725"/>
                </a:solidFill>
              </a:defRPr>
            </a:pPr>
            <a:r>
              <a:t>• Gestionar documentos asociados a cada declaración.</a:t>
            </a:r>
          </a:p>
          <a:p>
            <a:pPr>
              <a:spcAft>
                <a:spcPts val="1200"/>
              </a:spcAft>
              <a:defRPr sz="1700">
                <a:solidFill>
                  <a:srgbClr val="1E2725"/>
                </a:solidFill>
              </a:defRPr>
            </a:pPr>
            <a:r>
              <a:t>• Llevar seguimiento de honorarios pagados y saldos pendientes.</a:t>
            </a:r>
          </a:p>
          <a:p>
            <a:pPr>
              <a:spcAft>
                <a:spcPts val="1200"/>
              </a:spcAft>
              <a:defRPr sz="1700">
                <a:solidFill>
                  <a:srgbClr val="1E2725"/>
                </a:solidFill>
              </a:defRPr>
            </a:pPr>
            <a:r>
              <a:t>• Reducir el riesgo de olvidar fechas o perder información dispersa.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17320"/>
            <a:ext cx="5394960" cy="452628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765"/>
                </a:solidFill>
              </a:defRPr>
            </a:pPr>
            <a:r>
              <a:t>2/6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1CFEB1-94A0-6449-0852-9AEE9FD4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458" y="978408"/>
            <a:ext cx="6178062" cy="5133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25"/>
                </a:solidFill>
              </a:defRPr>
            </a:pPr>
            <a:r>
              <a:t>Panel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765"/>
                </a:solidFill>
              </a:defRPr>
            </a:pPr>
            <a:r>
              <a:t>La información más importante se visualiza desde el inicio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489204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8862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2127" y="1527048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85B"/>
                </a:solidFill>
              </a:defRPr>
            </a:pPr>
            <a:r>
              <a:t>Declaraciones</a:t>
            </a:r>
          </a:p>
          <a:p>
            <a:pPr>
              <a:defRPr sz="1100">
                <a:solidFill>
                  <a:srgbClr val="5E6765"/>
                </a:solidFill>
              </a:defRPr>
            </a:pPr>
            <a:r>
              <a:t>Pendientes, en proceso y presentadas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514600"/>
            <a:ext cx="38862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2127" y="2624328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85B"/>
                </a:solidFill>
              </a:defRPr>
            </a:pPr>
            <a:r>
              <a:t>Cartera</a:t>
            </a:r>
          </a:p>
          <a:p>
            <a:pPr>
              <a:defRPr sz="1100">
                <a:solidFill>
                  <a:srgbClr val="5E6765"/>
                </a:solidFill>
              </a:defRPr>
            </a:pPr>
            <a:r>
              <a:t>Saldo pendiente por cobrar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611880"/>
            <a:ext cx="38862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2127" y="3721608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85B"/>
                </a:solidFill>
              </a:defRPr>
            </a:pPr>
            <a:r>
              <a:t>Seguimiento</a:t>
            </a:r>
          </a:p>
          <a:p>
            <a:pPr>
              <a:defRPr sz="1100">
                <a:solidFill>
                  <a:srgbClr val="5E6765"/>
                </a:solidFill>
              </a:defRPr>
            </a:pPr>
            <a:r>
              <a:t>Próximos vencimientos por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709160"/>
            <a:ext cx="38862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7" y="4818888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85B"/>
                </a:solidFill>
              </a:defRPr>
            </a:pPr>
            <a:r>
              <a:t>Indicadores</a:t>
            </a:r>
          </a:p>
          <a:p>
            <a:pPr>
              <a:defRPr sz="1100">
                <a:solidFill>
                  <a:srgbClr val="5E6765"/>
                </a:solidFill>
              </a:defRPr>
            </a:pPr>
            <a:r>
              <a:t>Avance y recaudo de honorarios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765"/>
                </a:solidFill>
              </a:defRPr>
            </a:pPr>
            <a:r>
              <a:t>3/6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B27732F-1578-21B7-1572-717CBC25D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" y="1227302"/>
            <a:ext cx="7018019" cy="4997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25"/>
                </a:solidFill>
              </a:defRPr>
            </a:pPr>
            <a:r>
              <a:t>Gestión de clientes y declaraciones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765"/>
                </a:solidFill>
              </a:defRPr>
            </a:pPr>
            <a:r>
              <a:t>Cada cliente concentra fechas, documentos, estado y honorarios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3212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25880"/>
            <a:ext cx="5532120" cy="489204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94960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325880"/>
            <a:ext cx="5394960" cy="489204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60" y="5925312"/>
            <a:ext cx="1920240" cy="384048"/>
          </a:xfrm>
          <a:prstGeom prst="roundRect">
            <a:avLst/>
          </a:prstGeom>
          <a:solidFill>
            <a:srgbClr val="0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30368" y="5980176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Seguimiento centralizado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765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25"/>
                </a:solidFill>
              </a:defRPr>
            </a:pPr>
            <a:r>
              <a:t>Pagos, cartera y recordatorios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765"/>
                </a:solidFill>
              </a:defRPr>
            </a:pPr>
            <a:r>
              <a:t>ContaPlazo también permite controlar el componente administrativo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52628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452628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0533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685B"/>
                </a:solidFill>
              </a:defRPr>
            </a:pPr>
            <a:r>
              <a:t>✓ Identificación rápida de servicios pagados   •   ✓ Saldos pendientes   •   ✓ Recordatorios configurables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765"/>
                </a:solidFill>
              </a:defRPr>
            </a:pPr>
            <a:r>
              <a:t>5/6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5CFE857-6DD1-8D96-6358-443B9818C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" y="1230923"/>
            <a:ext cx="11676185" cy="4822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25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765"/>
                </a:solidFill>
              </a:defRPr>
            </a:pPr>
            <a:r>
              <a:t>Una solución sencilla para mejorar el control y seguimiento del trabajo contable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725"/>
                </a:solidFill>
              </a:defRPr>
            </a:pPr>
            <a:r>
              <a:t>• Organiza clientes, declaraciones, documentos y pagos en un solo lugar.</a:t>
            </a:r>
          </a:p>
          <a:p>
            <a:pPr>
              <a:spcAft>
                <a:spcPts val="1200"/>
              </a:spcAft>
              <a:defRPr sz="1800">
                <a:solidFill>
                  <a:srgbClr val="1E2725"/>
                </a:solidFill>
              </a:defRPr>
            </a:pPr>
            <a:r>
              <a:t>• Presenta indicadores claros para facilitar la toma de decisiones.</a:t>
            </a:r>
          </a:p>
          <a:p>
            <a:pPr>
              <a:spcAft>
                <a:spcPts val="1200"/>
              </a:spcAft>
              <a:defRPr sz="1800">
                <a:solidFill>
                  <a:srgbClr val="1E2725"/>
                </a:solidFill>
              </a:defRPr>
            </a:pPr>
            <a:r>
              <a:t>• Permite anticiparse a vencimientos mediante recordatorios.</a:t>
            </a:r>
          </a:p>
          <a:p>
            <a:pPr>
              <a:spcAft>
                <a:spcPts val="1200"/>
              </a:spcAft>
              <a:defRPr sz="1800">
                <a:solidFill>
                  <a:srgbClr val="1E2725"/>
                </a:solidFill>
              </a:defRPr>
            </a:pPr>
            <a:r>
              <a:t>• Su interfaz está diseñada para ser simple, visual y fácil de utilizar en Android.</a:t>
            </a:r>
          </a:p>
        </p:txBody>
      </p:sp>
      <p:pic>
        <p:nvPicPr>
          <p:cNvPr id="6" name="Picture 5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493776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325880"/>
            <a:ext cx="4937760" cy="3886200"/>
          </a:xfrm>
          <a:prstGeom prst="roundRect">
            <a:avLst/>
          </a:prstGeom>
          <a:noFill/>
          <a:ln w="15240">
            <a:solidFill>
              <a:srgbClr val="D2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0" y="5440680"/>
            <a:ext cx="4937760" cy="685800"/>
          </a:xfrm>
          <a:prstGeom prst="roundRect">
            <a:avLst/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55961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685B"/>
                </a:solidFill>
              </a:defRPr>
            </a:pPr>
            <a:r>
              <a:t>ContaPlazo: control, seguimiento y organización.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765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231</Words>
  <Application>Microsoft Office PowerPoint</Application>
  <PresentationFormat>Panorámica</PresentationFormat>
  <Paragraphs>40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Andretty</dc:creator>
  <cp:keywords/>
  <dc:description>generated using python-pptx</dc:description>
  <cp:lastModifiedBy>Andres Felipe Paniagua Villada</cp:lastModifiedBy>
  <cp:revision>2</cp:revision>
  <dcterms:created xsi:type="dcterms:W3CDTF">2013-01-27T09:14:16Z</dcterms:created>
  <dcterms:modified xsi:type="dcterms:W3CDTF">2026-09-02T04:47:26Z</dcterms:modified>
  <cp:category/>
</cp:coreProperties>
</file>